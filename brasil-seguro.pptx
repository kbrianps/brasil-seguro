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Funciona até sem internet: o SMS traz um código que abre o guia salvo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(40 s). Tela inicial limpa: status, passos, Estou bem. Isso é real? combate boatos. Locais são cadastrados pelo próprio município e estado; no Rio, pontos de resfriamento seguem o Decreto 54.740/2024. Guias aparecem na ordem dos riscos da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 · Governo Federal · simulação acadêmica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 · GOVERNO FEDERAL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Norte e Nordeste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Sudeste e Centro-Oeste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benefício para cada US$ 1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funciona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Guias e mapa salvos no celular para usar offline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Perfil da casa: idosos, crianças, pets, remédios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Cada bairro recebe a sua orientação: Urca (calor) e Complexo do Alemão (deslizamento) veem telas diferentes.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526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CHEGA POR ONDE A PESSOA ESTIVER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02920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143000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App e site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celular e computador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2770632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7792" y="5029200"/>
            <a:ext cx="274320" cy="27432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3410712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SMS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aviso e resposta simples</a:t>
            </a:r>
            <a:endParaRPr lang="en-US" sz="1300" dirty="0"/>
          </a:p>
        </p:txBody>
      </p:sp>
      <p:sp>
        <p:nvSpPr>
          <p:cNvPr id="33" name="Shape 22"/>
          <p:cNvSpPr/>
          <p:nvPr/>
        </p:nvSpPr>
        <p:spPr>
          <a:xfrm>
            <a:off x="5038344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504" y="5029200"/>
            <a:ext cx="274320" cy="27432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678424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Offline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guias e mapa já salvos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7306056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3216" y="5029200"/>
            <a:ext cx="274320" cy="27432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7946136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Celular a celular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sem antena</a:t>
            </a:r>
            <a:endParaRPr lang="en-US" sz="1300" dirty="0"/>
          </a:p>
        </p:txBody>
      </p:sp>
      <p:sp>
        <p:nvSpPr>
          <p:cNvPr id="39" name="Shape 26"/>
          <p:cNvSpPr/>
          <p:nvPr/>
        </p:nvSpPr>
        <p:spPr>
          <a:xfrm>
            <a:off x="9573768" y="4892040"/>
            <a:ext cx="548640" cy="54864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10928" y="502920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10213848" y="48920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Áudio e Libras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para todos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cidadão vê: claro, calmo e em ordem.</a:t>
            </a:r>
            <a:endParaRPr lang="en-US" sz="3000" dirty="0"/>
          </a:p>
        </p:txBody>
      </p:sp>
      <p:pic>
        <p:nvPicPr>
          <p:cNvPr id="3" name="Image 0" descr="s-ur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2377440" cy="3794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Agora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Status e 3 passos em ordem</a:t>
            </a:r>
            <a:endParaRPr lang="en-US" sz="1400" dirty="0"/>
          </a:p>
        </p:txBody>
      </p:sp>
      <p:pic>
        <p:nvPicPr>
          <p:cNvPr id="6" name="Image 1" descr="s-alert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600200"/>
            <a:ext cx="2377440" cy="37947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47472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Isso é real?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Alerta oficial × boato</a:t>
            </a:r>
            <a:endParaRPr lang="en-US" sz="1400" dirty="0"/>
          </a:p>
        </p:txBody>
      </p:sp>
      <p:pic>
        <p:nvPicPr>
          <p:cNvPr id="9" name="Image 2" descr="s-locai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600200"/>
            <a:ext cx="2377440" cy="37947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30936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1722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Locais seguros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Cadastrados pelo município e estado</a:t>
            </a:r>
            <a:endParaRPr lang="en-US" sz="1400" dirty="0"/>
          </a:p>
        </p:txBody>
      </p:sp>
      <p:pic>
        <p:nvPicPr>
          <p:cNvPr id="12" name="Image 3" descr="s-guia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600200"/>
            <a:ext cx="2377440" cy="37947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144000" y="1600200"/>
            <a:ext cx="2377440" cy="379476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068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Guias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Ordenados pelos riscos da região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 público de auditoria: quem aprovou, quando e o quê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Localização processada no aparelho, sem envio (LGPD)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Linguagem calma, sem pânico: status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Uma pergunta no primeiro acesso define o perfil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idosa: letra grande e linguagem simples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 surda: vídeo em Libras em cada alerta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Meta: WCAG 2.1 nível AA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45920"/>
            <a:ext cx="237744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1645920"/>
            <a:ext cx="2377440" cy="3657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0040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897880" y="1645920"/>
            <a:ext cx="2377440" cy="36576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897880" y="1645920"/>
            <a:ext cx="2377440" cy="3657600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Cadastra abrigos e pontos de apoio (ex.: pontos de resfriamento)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Barato porque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 → US$ 4 a 36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benefício para cada dólar investido em serviços meteorológicos e alerta precoce em países em desenvolvimento.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Infraestrutura leve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Nuvem de governo e site instalável: sem app store obrigatória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RIO DE JANEIRO (Município). Decreto nº 54.740, de 28 de junho de 2024. Protocolo de enfrentamento ao calor extremo.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município conhece a rua.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estado enxerga o mapa.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cidadão, enfim, tem os dois na mão.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 para o Governo Federal (simulação acadêmica)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2026-10-13T20:25:55Z</dcterms:created>
  <dcterms:modified xsi:type="dcterms:W3CDTF">2026-10-13T20:25:55Z</dcterms:modified>
</cp:coreProperties>
</file>